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Learning: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Despliegue en AWS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SageMaker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 modelo Random Forest desplegado como endpoint de inferencia usando SageMaker y Terraform.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Clase 7 - Procesos Empresariales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Arquitectura AWS con SageMaker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funciona: S3, SageMaker Model, Endpoint Config y Endpoint en vivo.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Terraform: Infraestructura como Código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toda la infraestructura de ML con un solo comando.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Entrenar, empaquetar y subir el modelo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Random Forest en sklearn a model.tar.gz en S3.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Consumir el endpoint con Postman y Python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Enviar transacciones y recibir predicciones de fraude.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Objetivos de la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202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Amazon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Usar el servicio de ML de AWS para desplegar modelos de forma profesional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202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616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infraestructura reproducible con código, no clics manuales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202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Vivo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Tener un modelo accesible vía API que cualquier aplicación puede consumir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05256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92024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boto3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23544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Enviar JSON al endpoint y recibir predicciones en tiempo real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5669280" cy="635508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es Amazon SageMaker?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completamente administrado de AWS para construir, entrenar y desplegar modelos de Machine Learning.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necesitas configurar servidores, instalar dependencias ni manejar infraestructura.
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se encarga de todo: escalabilidad, disponibilidad y monitoreo.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Ventajas para nuestro caso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Soporta scikit-learn nativamente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Container pre-configurado para sklearn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 HTTPS seguro automático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Pay-per-use (pagas solo por uso)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integra con S3, IAM y CloudWatch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1078992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Analogía: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 es como un 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restaurante con cocina incluida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Tú llevas la receta (modelo), ellos ponen la cocina (infraestructura), los meseros (endpoint) y atienden a los clientes (peticiones).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Arquitectura del Despliegue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Flujo completo: desde el modelo entrenado hasta un endpoint que responde predicciones.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68880" cy="14630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S3 Bucket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model.tar.gz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463040"/>
            <a:ext cx="502920" cy="50292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46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468880" cy="1463040"/>
          </a:xfrm>
          <a:prstGeom prst="rect">
            <a:avLst/>
          </a:prstGeom>
          <a:solidFill>
            <a:srgbClr val="4CA3D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sklearn container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463040"/>
            <a:ext cx="502920" cy="50292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2468880" cy="1463040"/>
          </a:xfrm>
          <a:prstGeom prst="rect">
            <a:avLst/>
          </a:prstGeom>
          <a:solidFill>
            <a:srgbClr val="92CCE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ml.t2.medium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1463040"/>
            <a:ext cx="502920" cy="50292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396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35440" y="1828800"/>
            <a:ext cx="2468880" cy="1463040"/>
          </a:xfrm>
          <a:prstGeom prst="rect">
            <a:avLst/>
          </a:prstGeom>
          <a:solidFill>
            <a:srgbClr val="283A9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(en vivo)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95560" y="1463040"/>
            <a:ext cx="502920" cy="50292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28" name="Text 26"/>
          <p:cNvSpPr/>
          <p:nvPr/>
        </p:nvSpPr>
        <p:spPr>
          <a:xfrm>
            <a:off x="101955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530352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¿Quién consume el endpoint?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3891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Postman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Ideal para probar manualmente (interfaz visual)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(boto3)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Invocación programática con SDK de AWS
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Cualquier aplicación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JavaScript, Java, cURL... cualquier cliente HTTP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840480"/>
            <a:ext cx="530352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gestiona TODO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43891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archivo </a:t>
            </a:r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main.tf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crea: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S3 Bucket (almacenamiento)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IAM Role (permisos)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 Model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 Config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Endpoint en vivo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Terraform: Infraestructura como Código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lugar de hacer clic en la consola de AWS, escribes código que describe tu infraestructura.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3840480"/>
          </a:xfrm>
          <a:prstGeom prst="rect">
            <a:avLst>
              <a:gd name="adj" fmla="val 11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Terraform (manual)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Abrir consola AWS en el navegador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bucket S3 manualmente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Configurar IAM con clics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endpoint paso a paso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¡Si fallas, empezar de cero!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03520" cy="3840480"/>
          </a:xfrm>
          <a:prstGeom prst="rect">
            <a:avLst>
              <a:gd name="adj" fmla="val 11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Terraform (código)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Escribir main.tf una sola vez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init (inicializar)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apply (crear TODO)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destroy (limpiar TODO)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Reproducible, versionable, compartible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Terraform: main.tf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Fragmento principal que crea el endpoint de SageMaker.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972800" cy="4389120"/>
          </a:xfrm>
          <a:prstGeom prst="rect">
            <a:avLst>
              <a:gd name="adj" fmla="val 1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10424160" cy="402336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S3 Bucket para el modelo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"ml_bucket"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     = "ml-fraude-${data.aws_caller_identity.current.account_id}"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force_destroy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SageMaker Model (apunta al modelo en S3)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"aws_sagemaker_model" "fraud_model"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= "ml-fraude-model"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execution_role_arn = aws_iam_role.sagemaker_role.arn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primary_container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         = "683313688378.dkr.ecr...sagemaker-scikit-learn:1.2-1-cpu-py3"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model_data_url = "s3://${aws_s3_bucket.ml_bucket.id}/model/model.tar.gz"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Endpoint Configuration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"aws_sagemaker_endpoint_configuration" "fraud_config"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production_variants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             = aws_sagemaker_model.fraud_model.name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initial_instance_count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instance_type          = "ml.t2.medium"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Endpoint (¡el API en vivo!)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"aws_sagemaker_endpoint" "fraud_endpoint"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endpoint_config_name = aws_sagemaker_endpoint_configuration.fraud_config.name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1: Entrenar y Empaquetar el Modelo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03520" cy="4572000"/>
          </a:xfrm>
          <a:prstGeom prst="rect">
            <a:avLst>
              <a:gd name="adj" fmla="val 1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train_and_package.py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846320" cy="36576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Entrenar Random Forest con GridSearchCV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RandomForestClassifier(random_state=42),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param_grid={...}, cv=5, scoring='f1'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Guardar como joblib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joblib.dump(grid.best_estimator_,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"model.joblib")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Empaquetar para SageMaker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SageMaker espera: model.tar.gz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que contiene:     model.joblib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tarfile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tarfile.open("model.tar.gz","w:gz") as 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t.add("model.joblib")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03520" cy="4572000"/>
          </a:xfrm>
          <a:prstGeom prst="rect">
            <a:avLst>
              <a:gd name="adj" fmla="val 1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¿Por qué model.tar.gz?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 tiene un formato estándar:
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Entrenas tu modelo normalmente con sklearn
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Guardas con joblib.dump() → model.joblib
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Comprimes en model.tar.gz
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Subes a S3
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 descarga el .tar.gz, lo descomprime y usa el container de sklearn para servir el modelo automáticamente.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2: Subir a S3 y Desplegar con Terraform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47548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Subir modelo a S3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200400" cy="301752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02_upload_to_s3.py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Internamente hace: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s3.upload_file(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'model.tar.gz',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bucket, 'model/model.tar.gz'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47548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926080"/>
            <a:ext cx="3200400" cy="301752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terraform/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S3, IAM Role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SageMaker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Endpoint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Endpoint (en vivo)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47548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5548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Esperar ~5 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926080"/>
            <a:ext cx="3200400" cy="301752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endpoint tarda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estar 'InService'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estado: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sagemaker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describe-endpoint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--endpoint-name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ml-fraude-endpoint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 3: Invocar el Endpoint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Enviar una transacción y recibir la predicción de fraude.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4389120"/>
          </a:xfrm>
          <a:prstGeom prst="rect">
            <a:avLst>
              <a:gd name="adj" fmla="val 1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con boto3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boto3, 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= boto3.client("sagemaker-runtime")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Datos: array de features en orden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[[3500, 2, 6, 200, 3,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1, 1, 1, 318.18, 1]]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runtime.invoke_endpoint(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EndpointName="ml-fraude-endpoint",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ContentType="application/json",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Body=json.dumps(payload)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json.loads(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response["Body"].read().decode()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[1] = Fraude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212080" cy="4389120"/>
          </a:xfrm>
          <a:prstGeom prst="rect">
            <a:avLst>
              <a:gd name="adj" fmla="val 1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Postman (visual)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Method: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URL: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https://runtime.sagemaker.
us-east-1.amazonaws.com/
endpoints/ml-fraude-endpoint/
invocations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Auth: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Signature V4
(Access Key + Secret Key)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Body (JSON):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[[3500, 2, 6, 200, 3, 10,
  1, 1, 1, 318.18, 1]]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Response: </a:t>
            </a:r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[1] → Fraude detectado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Referencia: Features del Modelo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endpoint espera un array con estas 11 features en este orden exacto.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731520"/>
                <a:gridCol w="1097280"/>
                <a:gridCol w="6949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#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Feature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Ejemplo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Descripción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9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float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3500.0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Monto de la transacción en $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hora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float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2.0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Hora del día (0-23)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dia_semana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Día (0=lun, 6=dom)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distancia_km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float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200.0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Distancia desde ubicación habitual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intentos_pin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Intentos de ingreso de PIN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transacciones_24h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Transacciones en las últimas 24h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es_madrugada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si hora &lt;= 5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es_fin_semana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si día &gt;= 5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monto_alto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si monto &gt; 500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ratio_monto_trans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float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318.18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monto / (trans_24h + 1)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pin_multiple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int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si intentos_pin &gt; 1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Actividad Práctica en Clase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38404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Entrenar modelo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Ejecutar 01_train_and_package.py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Verificar que genera model.tar.gz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4206240"/>
            <a:ext cx="1371600" cy="365760"/>
          </a:xfrm>
          <a:prstGeom prst="rect">
            <a:avLst>
              <a:gd name="adj" fmla="val 12500"/>
            </a:avLst>
          </a:prstGeom>
          <a:solidFill>
            <a:srgbClr val="D8F1F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38404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apply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infraestructura completa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Esperar que el endpoint esté InService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4206240"/>
            <a:ext cx="1371600" cy="365760"/>
          </a:xfrm>
          <a:prstGeom prst="rect">
            <a:avLst>
              <a:gd name="adj" fmla="val 12500"/>
            </a:avLst>
          </a:prstGeom>
          <a:solidFill>
            <a:srgbClr val="D8F1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463040"/>
            <a:ext cx="3566160" cy="3840480"/>
          </a:xfrm>
          <a:prstGeom prst="rect">
            <a:avLst>
              <a:gd name="adj" fmla="val 12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55480" y="1645920"/>
            <a:ext cx="640080" cy="640080"/>
          </a:xfrm>
          <a:prstGeom prst="oval">
            <a:avLst/>
          </a:prstGeom>
          <a:solidFill>
            <a:srgbClr val="283A96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Invocar endpoint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017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Probar con 03_invoke_endpoint.py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Probar con Postman (AWS Signature)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4206240"/>
            <a:ext cx="1371600" cy="365760"/>
          </a:xfrm>
          <a:prstGeom prst="rect">
            <a:avLst>
              <a:gd name="adj" fmla="val 12500"/>
            </a:avLst>
          </a:prstGeom>
          <a:solidFill>
            <a:srgbClr val="D8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4712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⚠️ IMPORTANTE: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terminar, ejecutar </a:t>
            </a:r>
            <a:pPr indent="0" marL="0">
              <a:buNone/>
            </a:pPr>
            <a:r>
              <a:rPr lang="en-US" sz="12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destroy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eliminar todos los recursos y evitar cobros en la cuenta AWS.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8F1F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83A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de la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Almacena el modelo empaquetado como model.tar.gz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202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SageMaker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de ML administrado: Model → Config → Endpoint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202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como código: reproducible y versionable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052560" y="1645920"/>
            <a:ext cx="2560320" cy="34747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9202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Invocación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23544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boto3 o Postman envían JSON y reciben predicciones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3A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3A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¡Gracias por su Atención!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F1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Próxima Clase: Presentaciones Finales del Proyecto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420624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2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 modelo debe estar desplegado en SageMaker para la presentación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7 - ML en AWS con SageMaker y Terraform</dc:title>
  <dc:subject>PptxGenJS Presentation</dc:subject>
  <dc:creator>PptxGenJS</dc:creator>
  <cp:lastModifiedBy>PptxGenJS</cp:lastModifiedBy>
  <cp:revision>1</cp:revision>
  <dcterms:created xsi:type="dcterms:W3CDTF">2026-03-27T14:35:00Z</dcterms:created>
  <dcterms:modified xsi:type="dcterms:W3CDTF">2026-03-27T14:35:00Z</dcterms:modified>
</cp:coreProperties>
</file>